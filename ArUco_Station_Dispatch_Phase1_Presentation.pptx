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ROS 2 JAZZY MINI-PROJECT REPORT</a:t>
            </a:r>
          </a:p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ArUco Station Identification &amp; Task Triggering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  <a:latin typeface="Arial"/>
              </a:defRPr>
            </a:pPr>
            <a:r>
              <a:t>Automated AMR Dispatch Pipeline via Visual Marker Detection &amp; State Machine Control</a:t>
            </a:r>
          </a:p>
          <a:p>
            <a:pPr>
              <a:defRPr sz="1200">
                <a:solidFill>
                  <a:srgbClr val="34D399"/>
                </a:solidFill>
                <a:latin typeface="Arial"/>
              </a:defRPr>
            </a:pPr>
            <a:r>
              <a:t>Student Name: Amin Ahmed G   |   Dept: B.E. Robotics &amp; Automation Engineering, Anna University</a:t>
            </a:r>
            <a:br/>
            <a:r>
              <a:t>Package: secure_station_dispatch (Phase 1 Deliverable)   |   Environment: ROS 2 Jazzy (Ubuntu 24.04)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 |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Automated AMR Station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Visual Station Detection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Detect 4×4 ArUco markers placed at four industrial facility stations using an onboard camera sensor.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55448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3736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Station Identity Mapping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Map detected marker IDs (0–3) to station identities (Inspection, Assembly, Storage, Charging) via YAML registry.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84FC"/>
                </a:solidFill>
                <a:latin typeface="Arial"/>
              </a:defRPr>
            </a:pPr>
            <a:r>
              <a:t>ROS 2 Action Task Triggering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Initiate multi-step industrial task sequences managed asynchronously by a ROS 2 action client-server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393192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11480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State Machine Control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Enforce IDLE ↔ TASK_IN_PROGRESS finite state transitions to prevent double-dispatch and race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 |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Tools &amp; Frameworks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266944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011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ROS 2 Distribution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ROS 2 Jazzy Jalisco on Ubuntu 24.04 (Python 3.12)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554480"/>
            <a:ext cx="5266944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691640"/>
            <a:ext cx="49011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Computer Vision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OpenCV (cv2.aruco DICT_4X4_50) and cv_bridge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5266944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9011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C084FC"/>
                </a:solidFill>
                <a:latin typeface="Arial"/>
              </a:defRPr>
            </a:pPr>
            <a:r>
              <a:t>ROS 2 Communication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Topics (Pub/Sub) and Action Client/Server (/station_task)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3108960"/>
            <a:ext cx="5266944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246120"/>
            <a:ext cx="49011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Custom Interfaces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StationMarker.msg &amp; StationTask.action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5266944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9011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Config &amp; Storage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YAML (station_registry.yaml) &amp; JSON Lines (dispatch_events.jsonl)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4663440"/>
            <a:ext cx="5266944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4800600"/>
            <a:ext cx="49011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Build System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Colcon with CMake (CMakeLists.txt) &amp; setuptools (setup.py)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 |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Modular 3-Node Dispatch Pipeline</a:t>
            </a:r>
          </a:p>
        </p:txBody>
      </p:sp>
      <p:pic>
        <p:nvPicPr>
          <p:cNvPr id="4" name="Picture 3" descr="system_architecture_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663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32320" y="1554480"/>
            <a:ext cx="4327855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664208"/>
            <a:ext cx="4053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marker_detector_node.py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Processes /camera/image_raw using OpenCV ArUco detector and publishes StationMarker.msg on /station_marker.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3108960"/>
            <a:ext cx="4327855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3218688"/>
            <a:ext cx="4053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dispatcher_node.py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Maintains IDLE ↔ TASK_IN_PROGRESS FSM, logs events, and sends action goals to the task server.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4663440"/>
            <a:ext cx="4327855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4773168"/>
            <a:ext cx="4053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task_simulator_node.py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Action server for /station_task, executing 5-step simulated tasks with periodic progress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 | ARCHITECTURAL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Why Split into 3 Separate Nodes?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183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Independent Testing &amp; Debugging</a:t>
            </a:r>
          </a:p>
          <a:p>
            <a:pPr>
              <a:lnSpc>
                <a:spcPct val="125000"/>
              </a:lnSpc>
              <a:defRPr sz="1400">
                <a:solidFill>
                  <a:srgbClr val="F8FAFC"/>
                </a:solidFill>
                <a:latin typeface="Arial"/>
              </a:defRPr>
            </a:pPr>
            <a:r>
              <a:t>Splitting vision processing, state management, and task execution allows each component to be developed, monitored, and unit-tested in isolation without blocking each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920240"/>
            <a:ext cx="47183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Mirrors Real-World AMR Architecture</a:t>
            </a:r>
          </a:p>
          <a:p>
            <a:pPr>
              <a:lnSpc>
                <a:spcPct val="125000"/>
              </a:lnSpc>
              <a:defRPr sz="1400">
                <a:solidFill>
                  <a:srgbClr val="F8FAFC"/>
                </a:solidFill>
                <a:latin typeface="Arial"/>
              </a:defRPr>
            </a:pPr>
            <a:r>
              <a:t>Aligns with industrial mobile robot design standards by separating perception, decision-making, and execution into distinct, modular packages rather than a monolithic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05 | CUSTOM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StationMarker.msg &amp; StationTask.action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183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StationMarker.msg (Telemetry)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int32 marker_id  — ArUco marker identifier (0–3)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string station_name  — Mapped station name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float64[7] robot_pose  — [x, y, z, qx, qy, qz, qw]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float64 confidence  — Detection confidence score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Time stamp  — ROS 2 detection timestamp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828800"/>
            <a:ext cx="47183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StationTask.action (Task Control)</a:t>
            </a:r>
          </a:p>
          <a:p>
            <a:pPr>
              <a:spcAft>
                <a:spcPts val="400"/>
              </a:spcAft>
              <a:defRPr sz="1200">
                <a:solidFill>
                  <a:srgbClr val="FBBF24"/>
                </a:solidFill>
                <a:latin typeface="Arial"/>
              </a:defRPr>
            </a:pPr>
            <a:r>
              <a:t>Goal: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  • string task_type  — Task category (e.g. Inspection)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  • string station_name  — Target station</a:t>
            </a:r>
          </a:p>
          <a:p>
            <a:pPr>
              <a:spcAft>
                <a:spcPts val="400"/>
              </a:spcAft>
              <a:defRPr sz="1200">
                <a:solidFill>
                  <a:srgbClr val="FBBF24"/>
                </a:solidFill>
                <a:latin typeface="Arial"/>
              </a:defRPr>
            </a:pPr>
            <a:r>
              <a:t>Result: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  • bool success  |  string summary  |  float64 time</a:t>
            </a:r>
          </a:p>
          <a:p>
            <a:pPr>
              <a:spcAft>
                <a:spcPts val="400"/>
              </a:spcAft>
              <a:defRPr sz="1200">
                <a:solidFill>
                  <a:srgbClr val="FBBF24"/>
                </a:solidFill>
                <a:latin typeface="Arial"/>
              </a:defRPr>
            </a:pPr>
            <a:r>
              <a:t>Feedback: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  • string status  |  float64 progress (0–100%)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06 | STATION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Marker ID to Station &amp; Task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2286000"/>
                <a:gridCol w="204185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Marker ID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Station Name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Task Type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Sim Duration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Inspection Station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Inspection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~3.0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 steps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Assembly Station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Assembly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~3.5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 steps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Storage Station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~2.7 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 steps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Charging Station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Charging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~3.5 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 steps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07 | STATE MACHINE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Dispatcher Finite State Machine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0574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83794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1. IDLE State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Dispatcher active, listening for incoming /station_marker detections.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1" y="2011680"/>
            <a:ext cx="20574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19" y="2194560"/>
            <a:ext cx="183794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2. Marker Received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Valid marker message arrives ➔ state transitions to TASK_IN_PROGRESS.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2011680"/>
            <a:ext cx="20574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2194560"/>
            <a:ext cx="183794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3. Lock In-Progress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State locked ➔ ignores subsequent marker detections during task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2011680"/>
            <a:ext cx="20574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4" y="2194560"/>
            <a:ext cx="183794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084FC"/>
                </a:solidFill>
                <a:latin typeface="Arial"/>
              </a:defRPr>
            </a:pPr>
            <a:r>
              <a:t>4. Action Execution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Dispatches StationTask goal ➔ receives periodic step progress feedback.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2011680"/>
            <a:ext cx="20574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2194560"/>
            <a:ext cx="1837943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5. Result &amp; Reset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Action result received ➔ logs to dispatch_events.jsonl ➔ resets to IDLE.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08 | 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Automated Integration Test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183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PIPELINE TEST SUMMARY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Dispatched Events: 4 / 4 (100% Success)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Completed Events: 4 / 4 (100% Success)</a:t>
            </a:r>
          </a:p>
          <a:p>
            <a:pPr>
              <a:spcAft>
                <a:spcPts val="600"/>
              </a:spcAft>
              <a:defRPr sz="1300">
                <a:solidFill>
                  <a:srgbClr val="34D399"/>
                </a:solidFill>
                <a:latin typeface="Arial"/>
              </a:defRPr>
            </a:pPr>
            <a:r>
              <a:t>• Marker 0 (Inspection): ✓ PASS (~3.0s)</a:t>
            </a:r>
          </a:p>
          <a:p>
            <a:pPr>
              <a:spcAft>
                <a:spcPts val="600"/>
              </a:spcAft>
              <a:defRPr sz="1300">
                <a:solidFill>
                  <a:srgbClr val="34D399"/>
                </a:solidFill>
                <a:latin typeface="Arial"/>
              </a:defRPr>
            </a:pPr>
            <a:r>
              <a:t>• Marker 1 (Assembly):   ✓ PASS (~3.5s)</a:t>
            </a:r>
          </a:p>
          <a:p>
            <a:pPr>
              <a:spcAft>
                <a:spcPts val="600"/>
              </a:spcAft>
              <a:defRPr sz="1300">
                <a:solidFill>
                  <a:srgbClr val="34D399"/>
                </a:solidFill>
                <a:latin typeface="Arial"/>
              </a:defRPr>
            </a:pPr>
            <a:r>
              <a:t>• Marker 2 (Storage):    ✓ PASS (~2.7s)</a:t>
            </a:r>
          </a:p>
          <a:p>
            <a:pPr>
              <a:spcAft>
                <a:spcPts val="600"/>
              </a:spcAft>
              <a:defRPr sz="1300">
                <a:solidFill>
                  <a:srgbClr val="34D399"/>
                </a:solidFill>
                <a:latin typeface="Arial"/>
              </a:defRPr>
            </a:pPr>
            <a:r>
              <a:t>• Marker 3 (Charging):   ✓ PASS (~3.5s)</a:t>
            </a:r>
          </a:p>
          <a:p>
            <a:pPr>
              <a:spcAft>
                <a:spcPts val="600"/>
              </a:spcAft>
              <a:defRPr sz="1300">
                <a:solidFill>
                  <a:srgbClr val="34D399"/>
                </a:solidFill>
                <a:latin typeface="Arial"/>
              </a:defRPr>
            </a:pPr>
            <a:r>
              <a:t>• Overall Result: ✓ PASS — All 4 Stations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920240"/>
            <a:ext cx="47183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Audit Logging Evidence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Every dispatch and task completion event is written in real-time to dispatch_events.jsonl:</a:t>
            </a:r>
          </a:p>
          <a:p>
            <a:pPr>
              <a:defRPr sz="1050">
                <a:solidFill>
                  <a:srgbClr val="FBBF24"/>
                </a:solidFill>
                <a:latin typeface="Courier New"/>
              </a:defRPr>
            </a:pPr>
            <a:r>
              <a:t>{</a:t>
            </a:r>
            <a:br/>
            <a:r>
              <a:t>  "timestamp": "2026-08-18T07:00:01Z",</a:t>
            </a:r>
            <a:br/>
            <a:r>
              <a:t>  "marker_id": 0,</a:t>
            </a:r>
            <a:br/>
            <a:r>
              <a:t>  "station": "Inspection Station",</a:t>
            </a:r>
            <a:br/>
            <a:r>
              <a:t>  "outcome": "DISPATCHED"</a:t>
            </a:r>
            <a:br/>
            <a:r>
              <a:t>}</a:t>
            </a:r>
            <a:br/>
            <a:r>
              <a:t>{</a:t>
            </a:r>
            <a:br/>
            <a:r>
              <a:t>  "timestamp": "2026-08-18T07:00:04Z",</a:t>
            </a:r>
            <a:br/>
            <a:r>
              <a:t>  "marker_id": 0,</a:t>
            </a:r>
            <a:br/>
            <a:r>
              <a:t>  "station": "Inspection Station",</a:t>
            </a:r>
            <a:br/>
            <a:r>
              <a:t>  "outcome": "COMPLETED"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09 | 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ROS 2 Jazzy CMake Target Collision &amp;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183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⚠️ The Build Collision Issue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Standard ROS 2 Python packages use ament_python_install_package(secure_station_dispatch).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In ROS 2 Jazzy, defining custom msg/action interfaces in the same package creates internal CMake targets sharing the package name.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Result: colcon build failed with target redefinition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645920"/>
            <a:ext cx="5266944" cy="4480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920240"/>
            <a:ext cx="47183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✅ The Resolution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Replaced ament_python_install_package() with an explicit directory installation rule in CMakeLists.txt:</a:t>
            </a:r>
          </a:p>
          <a:p>
            <a:pPr>
              <a:spcAft>
                <a:spcPts val="1200"/>
              </a:spcAft>
              <a:defRPr sz="1050">
                <a:solidFill>
                  <a:srgbClr val="38BDF8"/>
                </a:solidFill>
                <a:latin typeface="Courier New"/>
              </a:defRPr>
            </a:pPr>
            <a:r>
              <a:t>install(DIRECTORY secure_station_dispatch/</a:t>
            </a:r>
            <a:br/>
            <a:r>
              <a:t>  DESTINATION lib/python3.12/</a:t>
            </a:r>
            <a:br/>
            <a:r>
              <a:t>  site-packages/secure_station_dispatch</a:t>
            </a:r>
            <a:br/>
            <a:r>
              <a:t>)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Outcome: Interfaces and Python modules build cleanly together without target collisions.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10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Summary of Completed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ArUco Station Identification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Accurately extracts 4×4 ArUco marker IDs from raw camera frames and maps them to industrial station identities.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0488" y="155448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3736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ROS 2 Action Architecture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Manages multi-step simulated task execution using ROS 2 action server/client interfaces with progress feedback.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84FC"/>
                </a:solidFill>
                <a:latin typeface="Arial"/>
              </a:defRPr>
            </a:pPr>
            <a:r>
              <a:t>Finite State Machine Control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Maintains strict IDLE ↔ TASK_IN_PROGRESS state transitions to prevent double-dispatch and race conditions.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3931920"/>
            <a:ext cx="5266944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4114800"/>
            <a:ext cx="49011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Structured Audit Logging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Generates deterministic JSON Lines event logs recording timestamps and task outcomes for facility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